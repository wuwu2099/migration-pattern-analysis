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4" r:id="rId4"/>
    <p:sldId id="263" r:id="rId5"/>
    <p:sldId id="265" r:id="rId6"/>
    <p:sldId id="261" r:id="rId7"/>
    <p:sldId id="267" r:id="rId8"/>
    <p:sldId id="266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70" autoAdjust="0"/>
  </p:normalViewPr>
  <p:slideViewPr>
    <p:cSldViewPr snapToGrid="0">
      <p:cViewPr varScale="1">
        <p:scale>
          <a:sx n="106" d="100"/>
          <a:sy n="106" d="100"/>
        </p:scale>
        <p:origin x="7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7D67-B9D6-438B-8D2C-544E4D798C3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8A92-3600-44DD-BD02-D74EF2DFC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20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7D67-B9D6-438B-8D2C-544E4D798C3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8A92-3600-44DD-BD02-D74EF2DFC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56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7D67-B9D6-438B-8D2C-544E4D798C3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8A92-3600-44DD-BD02-D74EF2DFC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62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7D67-B9D6-438B-8D2C-544E4D798C3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8A92-3600-44DD-BD02-D74EF2DFC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7D67-B9D6-438B-8D2C-544E4D798C3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8A92-3600-44DD-BD02-D74EF2DFC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6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7D67-B9D6-438B-8D2C-544E4D798C3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8A92-3600-44DD-BD02-D74EF2DFC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9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7D67-B9D6-438B-8D2C-544E4D798C3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8A92-3600-44DD-BD02-D74EF2DFC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7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7D67-B9D6-438B-8D2C-544E4D798C3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8A92-3600-44DD-BD02-D74EF2DFC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0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7D67-B9D6-438B-8D2C-544E4D798C3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8A92-3600-44DD-BD02-D74EF2DFC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0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7D67-B9D6-438B-8D2C-544E4D798C3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8A92-3600-44DD-BD02-D74EF2DFC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331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7D67-B9D6-438B-8D2C-544E4D798C3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8A92-3600-44DD-BD02-D74EF2DFC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83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E7D67-B9D6-438B-8D2C-544E4D798C3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48A92-3600-44DD-BD02-D74EF2DFC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4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Population Change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570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365" y="164502"/>
            <a:ext cx="10515600" cy="1325563"/>
          </a:xfrm>
        </p:spPr>
        <p:txBody>
          <a:bodyPr/>
          <a:lstStyle/>
          <a:p>
            <a:r>
              <a:rPr lang="en-US" dirty="0"/>
              <a:t>Background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365" y="1280341"/>
            <a:ext cx="10515600" cy="4351338"/>
          </a:xfrm>
        </p:spPr>
        <p:txBody>
          <a:bodyPr/>
          <a:lstStyle/>
          <a:p>
            <a:r>
              <a:rPr lang="en-US" dirty="0"/>
              <a:t>Population change around Coeur d </a:t>
            </a:r>
            <a:r>
              <a:rPr lang="en-US" dirty="0" err="1"/>
              <a:t>Alene</a:t>
            </a:r>
            <a:r>
              <a:rPr lang="en-US" dirty="0"/>
              <a:t> Area</a:t>
            </a:r>
          </a:p>
          <a:p>
            <a:r>
              <a:rPr lang="en-US" dirty="0"/>
              <a:t>Study Area: 169 Census Tracts</a:t>
            </a:r>
          </a:p>
          <a:p>
            <a:r>
              <a:rPr lang="en-US" dirty="0"/>
              <a:t>Census Tract definition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585" y="2419907"/>
            <a:ext cx="5743415" cy="443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to Ask and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92817" cy="4351338"/>
          </a:xfrm>
        </p:spPr>
        <p:txBody>
          <a:bodyPr/>
          <a:lstStyle/>
          <a:p>
            <a:r>
              <a:rPr lang="en-US" dirty="0"/>
              <a:t>Where are people moved in?</a:t>
            </a:r>
          </a:p>
          <a:p>
            <a:r>
              <a:rPr lang="en-US" dirty="0"/>
              <a:t>What are the reasons?</a:t>
            </a:r>
          </a:p>
          <a:p>
            <a:r>
              <a:rPr lang="en-US" dirty="0"/>
              <a:t>For each possible factor, is it the same across areas?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855" y="2400459"/>
            <a:ext cx="5768582" cy="445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1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Factors: socioeconomic -&gt; neighborhood context</a:t>
            </a:r>
          </a:p>
          <a:p>
            <a:r>
              <a:rPr lang="en-US" dirty="0"/>
              <a:t>Demographics</a:t>
            </a:r>
          </a:p>
          <a:p>
            <a:endParaRPr lang="en-US" dirty="0"/>
          </a:p>
          <a:p>
            <a:r>
              <a:rPr lang="en-US" dirty="0"/>
              <a:t>ACS 2021 5-year estimates </a:t>
            </a:r>
          </a:p>
        </p:txBody>
      </p:sp>
    </p:spTree>
    <p:extLst>
      <p:ext uri="{BB962C8B-B14F-4D97-AF65-F5344CB8AC3E}">
        <p14:creationId xmlns:p14="http://schemas.microsoft.com/office/powerpoint/2010/main" val="1473016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OLS Regression Results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Pct_age2024</a:t>
            </a:r>
          </a:p>
          <a:p>
            <a:r>
              <a:rPr lang="en-US" dirty="0"/>
              <a:t>House value</a:t>
            </a:r>
          </a:p>
          <a:p>
            <a:r>
              <a:rPr lang="en-US" dirty="0"/>
              <a:t>Rent</a:t>
            </a:r>
          </a:p>
          <a:p>
            <a:r>
              <a:rPr lang="en-US" dirty="0"/>
              <a:t>Bachelor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497" y="1272000"/>
            <a:ext cx="6496957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30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674" y="445052"/>
            <a:ext cx="7506748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75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428" y="1825625"/>
            <a:ext cx="5631143" cy="4351338"/>
          </a:xfrm>
        </p:spPr>
      </p:pic>
    </p:spTree>
    <p:extLst>
      <p:ext uri="{BB962C8B-B14F-4D97-AF65-F5344CB8AC3E}">
        <p14:creationId xmlns:p14="http://schemas.microsoft.com/office/powerpoint/2010/main" val="741352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 20 - 24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6662"/>
            <a:ext cx="5631143" cy="43513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851" y="2078565"/>
            <a:ext cx="6135149" cy="474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707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 value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190" y="205734"/>
            <a:ext cx="5631143" cy="43513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466"/>
            <a:ext cx="6573515" cy="507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28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6662"/>
            <a:ext cx="5631143" cy="43513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206" y="0"/>
            <a:ext cx="6665794" cy="515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9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6662"/>
            <a:ext cx="5631143" cy="43513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244" y="0"/>
            <a:ext cx="6513804" cy="503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40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away</a:t>
            </a:r>
          </a:p>
          <a:p>
            <a:r>
              <a:rPr lang="en-US" dirty="0"/>
              <a:t>Limitations and Future improvement</a:t>
            </a:r>
          </a:p>
          <a:p>
            <a:r>
              <a:rPr lang="en-US" dirty="0"/>
              <a:t>Natural amenities, family bonds…</a:t>
            </a:r>
          </a:p>
          <a:p>
            <a:r>
              <a:rPr lang="en-US" dirty="0"/>
              <a:t>R squares</a:t>
            </a:r>
          </a:p>
          <a:p>
            <a:r>
              <a:rPr lang="en-US" dirty="0"/>
              <a:t>Cause-effect impact</a:t>
            </a:r>
          </a:p>
          <a:p>
            <a:r>
              <a:rPr lang="en-US" dirty="0"/>
              <a:t>Missing values – filled with mean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213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more Geography into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Time: </a:t>
            </a:r>
          </a:p>
          <a:p>
            <a:r>
              <a:rPr lang="en-US" dirty="0" err="1"/>
              <a:t>Kpi</a:t>
            </a:r>
            <a:r>
              <a:rPr lang="en-US" dirty="0"/>
              <a:t> tracking, trend, comparison, pattern </a:t>
            </a:r>
          </a:p>
          <a:p>
            <a:r>
              <a:rPr lang="en-US" dirty="0"/>
              <a:t>Location </a:t>
            </a:r>
          </a:p>
          <a:p>
            <a:r>
              <a:rPr lang="en-US" dirty="0"/>
              <a:t>Demographics </a:t>
            </a:r>
          </a:p>
          <a:p>
            <a:r>
              <a:rPr lang="en-US" dirty="0"/>
              <a:t>Impossible to target each individual customer vs whole sale </a:t>
            </a:r>
          </a:p>
          <a:p>
            <a:endParaRPr lang="en-US" dirty="0"/>
          </a:p>
          <a:p>
            <a:r>
              <a:rPr lang="en-US" dirty="0"/>
              <a:t>Time + Location + Demographics = </a:t>
            </a:r>
          </a:p>
        </p:txBody>
      </p:sp>
    </p:spTree>
    <p:extLst>
      <p:ext uri="{BB962C8B-B14F-4D97-AF65-F5344CB8AC3E}">
        <p14:creationId xmlns:p14="http://schemas.microsoft.com/office/powerpoint/2010/main" val="411230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1378</TotalTime>
  <Words>132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Population Change </vt:lpstr>
      <vt:lpstr>Background </vt:lpstr>
      <vt:lpstr>Questions to Ask and Answer</vt:lpstr>
      <vt:lpstr>Data</vt:lpstr>
      <vt:lpstr>OLS Regression Results</vt:lpstr>
      <vt:lpstr>PowerPoint Presentation</vt:lpstr>
      <vt:lpstr>PowerPoint Presentation</vt:lpstr>
      <vt:lpstr>Age 20 - 24</vt:lpstr>
      <vt:lpstr>House value</vt:lpstr>
      <vt:lpstr>rent</vt:lpstr>
      <vt:lpstr>PowerPoint Presentation</vt:lpstr>
      <vt:lpstr>Results</vt:lpstr>
      <vt:lpstr>Add more Geography into Data Science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Nicholas Rose</dc:creator>
  <cp:lastModifiedBy>Nick Rose</cp:lastModifiedBy>
  <cp:revision>15</cp:revision>
  <dcterms:created xsi:type="dcterms:W3CDTF">2025-04-27T15:37:22Z</dcterms:created>
  <dcterms:modified xsi:type="dcterms:W3CDTF">2026-03-16T17:06:16Z</dcterms:modified>
</cp:coreProperties>
</file>